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AE3CC-7947-B72F-CDE8-7D91A66B9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6F08F7-CB3C-E15F-3873-D027E9255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491C55-8781-A3A6-EFD8-0444774D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2D48B6-5624-72E2-7145-B2CA42E3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8898E9-7EBA-E836-3874-5580E007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966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E9C68-DBBD-5F59-4E4F-430566FE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B8B072-24CD-76E1-3BFC-0B487B5B0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B772E1-4649-A817-CBA6-9E55450A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945317-AC47-DCF0-A2FC-14F8180F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A06D0D-20A3-52F0-6A86-8027C193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53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94861-B216-7705-4340-197E82DC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61E3F2-6B9B-7423-1296-1311E8C4F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0F88F7-0F84-EAEA-1C4E-54227CC1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9F5BA5-20C5-4A8C-95F4-18C33C19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2D6923-15EC-C598-A455-00F965B1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00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A8144-6A00-624E-4C94-F2D182628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7236BA-423A-645D-C22C-340A37278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C8781B-6941-E716-6C38-4173A423A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5A3537-9333-95B8-DB59-C84DA62F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393779-4BB8-DD65-3662-DD390C6E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F374F4-D6DE-9DC0-7D26-BF6E4717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5937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A826B-0DF9-A81D-21B2-E88DF945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EC774E-FA3E-E297-DDE1-AD71176EC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A86E46-71E9-C2D9-BD26-C999BE34C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7BBCB8-1565-CFA1-C61B-F1C7C856D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8B3B16-7969-9697-AAC7-16A84642F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929EC97-BFBD-CE5A-D44C-E0A032F1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F333DC-5835-C118-CB21-FFD083E9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34BF5F5-FA21-2286-A65C-C2C671704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29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5A59E-6BF9-7F4B-C9BD-16CDED6CA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24FD28-DA89-68C2-8B30-EE08F9BF0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EE79DD-D295-18A6-2546-B27CCA86A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D1B228-5A4D-11FD-F1AB-CD5D74D7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08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7965D1-239A-26B8-B17B-FD1E8053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FCF295-7A7A-291C-4D81-7031F61A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8CE05B-8EAA-8ABC-8A2B-C11159F4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06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F1838-345A-2FD3-A3D4-AE6E3D22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93839-047B-4D4E-66F8-890BF4B12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D239E5-FCCF-DB01-BD0F-0920CF299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0AECA7-7C47-72E9-E26F-2B1DCADE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23C10D-3F2B-85CB-60B7-341FC179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409487-2CC3-E914-04C0-3DDC4BE3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53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D23EE-007E-602D-FA8D-B6EEBD39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C995B0-03EC-2FF9-7F9E-F956DA386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E79321-688F-C81D-B8FD-5FB9356E5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E8BB03-B909-84BC-5F21-82A688E4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BD989E-38CF-7944-1512-7442A529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7D16F1-51BD-94CA-981E-02EB3C1B4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861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96605-A22E-0CC5-014E-031C5D0C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FF57E4-0767-B34C-8652-806BB1F84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B3CFC6-3FFA-8312-659B-EBB8CBDC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950AD3-DADA-A127-E222-C64999F3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32CD89-6D26-F6E3-6A2A-EA1B3F5C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09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0BF4D4-143B-D92F-87C5-61A681B4B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92958C-6977-B91D-3162-7287CA772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6FF955-3246-91FF-5BF5-CCB2B389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BE6489-C1CC-69A1-7B7D-6C4282F4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9FF1C3-A6D3-ABD5-4F33-F11DB09C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88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B9E8599-6C28-A471-40B1-194BEBE2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21767A-3BC7-A9DE-5934-4BEB50EA9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1E5DFE-15DD-CCE8-2B48-6D355386A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9ED26-FA4B-45E3-A4EA-9FDEEAC52396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B7C28B-CA49-8601-C781-4CDF76C8C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EFB5E4-8A54-F84C-49C2-E416383CB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8BDBC-140C-4556-B3F7-BDD2B6C6B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07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miro.com/app/board/uXjVHB6S1mk=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CD178F9-1C71-7399-5EE8-3BDE9387DC68}"/>
              </a:ext>
            </a:extLst>
          </p:cNvPr>
          <p:cNvSpPr txBox="1"/>
          <p:nvPr/>
        </p:nvSpPr>
        <p:spPr>
          <a:xfrm>
            <a:off x="1048747" y="1300716"/>
            <a:ext cx="96123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latin typeface="Algerian" panose="04020705040A02060702" pitchFamily="82" charset="0"/>
                <a:ea typeface="+mj-ea"/>
                <a:cs typeface="+mj-cs"/>
              </a:rPr>
              <a:t>Desperdício</a:t>
            </a:r>
            <a:r>
              <a:rPr lang="pt-BR" sz="6000" b="1" i="1" dirty="0"/>
              <a:t> </a:t>
            </a:r>
            <a:r>
              <a:rPr lang="pt-BR" sz="6000" dirty="0">
                <a:latin typeface="Algerian" panose="04020705040A02060702" pitchFamily="82" charset="0"/>
                <a:ea typeface="+mj-ea"/>
                <a:cs typeface="+mj-cs"/>
              </a:rPr>
              <a:t>zero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25B6F23-69E9-20DE-4ABA-ECE31C585193}"/>
              </a:ext>
            </a:extLst>
          </p:cNvPr>
          <p:cNvSpPr txBox="1"/>
          <p:nvPr/>
        </p:nvSpPr>
        <p:spPr>
          <a:xfrm>
            <a:off x="1070518" y="4689088"/>
            <a:ext cx="318869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Alan Benitez</a:t>
            </a:r>
          </a:p>
          <a:p>
            <a:r>
              <a:rPr lang="pt-BR" sz="2800" dirty="0"/>
              <a:t>Matheus Souza</a:t>
            </a:r>
          </a:p>
          <a:p>
            <a:r>
              <a:rPr lang="pt-BR" sz="2800" dirty="0"/>
              <a:t>Mauricio Sant Anna</a:t>
            </a:r>
            <a:br>
              <a:rPr lang="pt-BR" sz="2800" dirty="0"/>
            </a:br>
            <a:r>
              <a:rPr lang="pt-BR" sz="2800" dirty="0"/>
              <a:t>Rodrigo Cruz</a:t>
            </a:r>
          </a:p>
        </p:txBody>
      </p:sp>
    </p:spTree>
    <p:extLst>
      <p:ext uri="{BB962C8B-B14F-4D97-AF65-F5344CB8AC3E}">
        <p14:creationId xmlns:p14="http://schemas.microsoft.com/office/powerpoint/2010/main" val="5793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4C677-B256-553C-5EEB-A8E3CF31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246140"/>
            <a:ext cx="11919857" cy="132556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gerian" panose="04020705040A02060702" pitchFamily="82" charset="0"/>
              </a:rPr>
              <a:t>Produtos não vendidos no dia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10AFBA1-D5A9-A404-0C97-B766EFF0F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147" y="2002115"/>
            <a:ext cx="6811537" cy="460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6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1DCA2-0DA3-3009-C50F-E77B6B75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ADE55-E345-A1FD-CBD4-896BD4044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8" y="246140"/>
            <a:ext cx="826079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>
                <a:latin typeface="Algerian" panose="04020705040A02060702" pitchFamily="82" charset="0"/>
              </a:rPr>
              <a:t>Não vendeu, não Desperdice 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798D40B-092C-D432-988A-6C9A71B5A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5" r="10116"/>
          <a:stretch>
            <a:fillRect/>
          </a:stretch>
        </p:blipFill>
        <p:spPr>
          <a:xfrm>
            <a:off x="2990384" y="1466396"/>
            <a:ext cx="6211231" cy="435133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86BCE66-AAA6-A79A-41C8-0346265F3929}"/>
              </a:ext>
            </a:extLst>
          </p:cNvPr>
          <p:cNvSpPr txBox="1">
            <a:spLocks/>
          </p:cNvSpPr>
          <p:nvPr/>
        </p:nvSpPr>
        <p:spPr>
          <a:xfrm>
            <a:off x="1943830" y="5631090"/>
            <a:ext cx="92575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Algerian" panose="04020705040A02060702" pitchFamily="82" charset="0"/>
              </a:rPr>
              <a:t>Localizamos os consumidores </a:t>
            </a:r>
          </a:p>
        </p:txBody>
      </p:sp>
    </p:spTree>
    <p:extLst>
      <p:ext uri="{BB962C8B-B14F-4D97-AF65-F5344CB8AC3E}">
        <p14:creationId xmlns:p14="http://schemas.microsoft.com/office/powerpoint/2010/main" val="192377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48360-A6A8-A21B-9BC1-9648C2AE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0A6F0-BFE4-EDA2-6340-63FD6BC7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372" y="15195"/>
            <a:ext cx="772739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>
                <a:latin typeface="Algerian" panose="04020705040A02060702" pitchFamily="82" charset="0"/>
              </a:rPr>
              <a:t>Telas Básicas do Sistema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17626E8-1F39-A06D-E342-1D21459FD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324" y="1291639"/>
            <a:ext cx="4408647" cy="316911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B624289-9092-D8DF-E2AA-5B3D821BC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8088"/>
            <a:ext cx="4739215" cy="4229911"/>
          </a:xfrm>
          <a:prstGeom prst="rect">
            <a:avLst/>
          </a:prstGeom>
        </p:spPr>
      </p:pic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206B85F-CB76-49CE-AB1D-10573C9B4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081" y="3866298"/>
            <a:ext cx="3351919" cy="29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8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BFFE-A30B-38DD-37DA-97A845809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5FCF5-8EEE-58A4-3DD3-D435BB7FD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129" y="358047"/>
            <a:ext cx="1154974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dirty="0">
                <a:latin typeface="Algerian" panose="04020705040A02060702" pitchFamily="82" charset="0"/>
              </a:rPr>
              <a:t>Desenvolvimento de Futuras Telas do Sistema.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14AF19C-5A87-D47D-65EE-536A8FCF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03" y="3340284"/>
            <a:ext cx="5001858" cy="315966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2F4E212-3095-7E4F-D6D2-80BCE1D0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014" y="3164098"/>
            <a:ext cx="4514775" cy="327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7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7208-6395-3E01-95DD-E678F612C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F243F-9CEA-91A1-C86A-3EFAC0D5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dirty="0">
                <a:latin typeface="Algerian" panose="04020705040A02060702" pitchFamily="82" charset="0"/>
              </a:rPr>
              <a:t>Banco de dados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6497E09-DC2E-C2E9-6957-437B42351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3697" y="2026793"/>
            <a:ext cx="57011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4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43CFB-EE74-B8EB-FB3F-3DC68735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dirty="0" err="1">
                <a:latin typeface="Algerian" panose="04020705040A02060702" pitchFamily="82" charset="0"/>
              </a:rPr>
              <a:t>wireframe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098725-34E8-FAFF-06FF-EF1BD52D7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pt-BR" dirty="0">
                <a:ea typeface="+mn-lt"/>
                <a:cs typeface="+mn-lt"/>
                <a:hlinkClick r:id="rId2"/>
              </a:rPr>
              <a:t>Projeto Integrador - Miro</a:t>
            </a:r>
            <a:endParaRPr lang="pt-BR"/>
          </a:p>
        </p:txBody>
      </p:sp>
      <p:pic>
        <p:nvPicPr>
          <p:cNvPr id="4" name="Imagem 3" descr="O que é Wireframe - ArchiMetric Portuguese">
            <a:extLst>
              <a:ext uri="{FF2B5EF4-FFF2-40B4-BE49-F238E27FC236}">
                <a16:creationId xmlns:a16="http://schemas.microsoft.com/office/drawing/2014/main" id="{61CCF143-DC1D-99A7-CC3A-75981229A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975" y="2437266"/>
            <a:ext cx="64960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86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44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Algerian</vt:lpstr>
      <vt:lpstr>Aptos</vt:lpstr>
      <vt:lpstr>Aptos Display</vt:lpstr>
      <vt:lpstr>Arial</vt:lpstr>
      <vt:lpstr>Tema do Office</vt:lpstr>
      <vt:lpstr>Apresentação do PowerPoint</vt:lpstr>
      <vt:lpstr>Produtos não vendidos no dia</vt:lpstr>
      <vt:lpstr>Não vendeu, não Desperdice </vt:lpstr>
      <vt:lpstr>Telas Básicas do Sistema</vt:lpstr>
      <vt:lpstr>Desenvolvimento de Futuras Telas do Sistema.</vt:lpstr>
      <vt:lpstr>Banco de dados</vt:lpstr>
      <vt:lpstr>wireframe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 de Souza Sant’ Anna</dc:creator>
  <cp:lastModifiedBy>Mauricio Anna</cp:lastModifiedBy>
  <cp:revision>21</cp:revision>
  <dcterms:created xsi:type="dcterms:W3CDTF">2026-06-26T11:48:25Z</dcterms:created>
  <dcterms:modified xsi:type="dcterms:W3CDTF">2026-06-26T22:33:50Z</dcterms:modified>
</cp:coreProperties>
</file>